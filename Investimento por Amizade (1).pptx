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Urbanis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-regular.fntdata"/><Relationship Id="rId10" Type="http://schemas.openxmlformats.org/officeDocument/2006/relationships/slide" Target="slides/slide5.xml"/><Relationship Id="rId13" Type="http://schemas.openxmlformats.org/officeDocument/2006/relationships/font" Target="fonts/Urbanist-italic.fntdata"/><Relationship Id="rId12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40364d5e5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40364d5e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40364d5e5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40364d5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40364d5e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40364d5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40364d5e5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40364d5e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40364d5e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40364d5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ro que você aprimore o design desse slide, mas não repita o termo pesca de precisão. A imagem do fundo precisa ter algo a ver com um grafo, com alguns nós em destaque, e uma influência de calda maior a partir desses nós.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537550" y="2657437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   </a:t>
            </a:r>
            <a:r>
              <a:rPr b="1" i="0" lang="en-US" sz="24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Pesca de Precisão</a:t>
            </a:r>
            <a:endParaRPr/>
          </a:p>
        </p:txBody>
      </p:sp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550" y="2657437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