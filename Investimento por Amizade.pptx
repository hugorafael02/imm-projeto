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embeddedFontLst>
    <p:embeddedFont>
      <p:font typeface="Urbanist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Urbanist-regular.fntdata"/><Relationship Id="rId10" Type="http://schemas.openxmlformats.org/officeDocument/2006/relationships/slide" Target="slides/slide5.xml"/><Relationship Id="rId13" Type="http://schemas.openxmlformats.org/officeDocument/2006/relationships/font" Target="fonts/Urbanist-italic.fntdata"/><Relationship Id="rId12" Type="http://schemas.openxmlformats.org/officeDocument/2006/relationships/font" Target="fonts/Urbanis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Urbanis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40364d5e5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40364d5e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40364d5e5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c40364d5e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40364d5e5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40364d5e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40364d5e5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c40364d5e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40364d5e5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c40364d5e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primore o design deste slide" id="84" name="Google Shape;8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Quero que você aprimore o design desse slide, mas não repita o termo pesca de precisão. A imagem do fundo precisa ter algo a ver com um grafo, com alguns nós em destaque, e uma influência de calda maior a partir desses nós." id="89" name="Google Shape;8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4"/>
          <p:cNvSpPr txBox="1"/>
          <p:nvPr/>
        </p:nvSpPr>
        <p:spPr>
          <a:xfrm>
            <a:off x="537550" y="2657437"/>
            <a:ext cx="550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   </a:t>
            </a:r>
            <a:r>
              <a:rPr b="1" i="0" lang="en-US" sz="240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Pesca de Precisão</a:t>
            </a:r>
            <a:endParaRPr/>
          </a:p>
        </p:txBody>
      </p:sp>
      <p:pic>
        <p:nvPicPr>
          <p:cNvPr descr="image.png" id="91" name="Google Shape;9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7550" y="2657437"/>
            <a:ext cx="2667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primore o design deste slide" id="96" name="Google Shape;9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icou ótimo, só gostaria que essa imagem fosse um plano de fundo com transição suave ao invés de uma imagem retangular com limites claros." id="101" name="Google Shape;10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primore o design deste slide" id="106" name="Google Shape;10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